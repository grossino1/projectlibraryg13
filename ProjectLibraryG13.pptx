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0" r:id="rId4"/>
    <p:sldId id="281" r:id="rId5"/>
    <p:sldId id="271" r:id="rId6"/>
    <p:sldId id="275" r:id="rId7"/>
    <p:sldId id="276" r:id="rId8"/>
    <p:sldId id="277" r:id="rId9"/>
    <p:sldId id="279" r:id="rId10"/>
    <p:sldId id="262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8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67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B62463-0FB8-F4F1-82DD-1AC8D4B2E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421D6E1-2F66-314F-040D-0B68FCBA7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5F1FCA5-967B-A9E8-A42B-36F5B118F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A1EF-36D9-4B78-B1A4-3ACC1B469C99}" type="datetimeFigureOut">
              <a:rPr lang="it-IT" smtClean="0"/>
              <a:t>15/12/2025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35A80BD-3DD0-373E-9DCA-D685AF660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D450782-C8CD-03EB-F1FF-F89326BB7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174-C03F-4653-8015-75D5671C191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19714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29DCE0-97EB-3917-9ACD-FDE1E130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128459-E5A9-DE3D-96EC-3394332D5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573C452-E9ED-6472-72EA-F8D3A259C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A1EF-36D9-4B78-B1A4-3ACC1B469C99}" type="datetimeFigureOut">
              <a:rPr lang="it-IT" smtClean="0"/>
              <a:t>15/12/2025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929ABC1-C028-CE0E-7A37-AAE039D37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1C5601E-3B58-F3B5-40BE-DA14FE949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174-C03F-4653-8015-75D5671C191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92475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A9F606-E47A-90FB-0F9B-5FAD5E1BB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24693F4-629B-C708-C168-0081FB78F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52AEE86-90BC-3038-C379-86649515F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A1EF-36D9-4B78-B1A4-3ACC1B469C99}" type="datetimeFigureOut">
              <a:rPr lang="it-IT" smtClean="0"/>
              <a:t>15/12/2025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2CC8255-D020-5EEC-3921-05B0F8279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F46F46A-B0BA-20A6-471F-AD35BD19E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174-C03F-4653-8015-75D5671C191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98751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10E44B-7B41-6F97-757B-E6D5CA851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182985C-5E14-6E43-91DD-8DBDA9E37C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16FD314-6F05-7E59-3194-465F45C73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1E634EC-6F2A-1796-1EE4-150D26653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A1EF-36D9-4B78-B1A4-3ACC1B469C99}" type="datetimeFigureOut">
              <a:rPr lang="it-IT" smtClean="0"/>
              <a:t>15/12/2025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13333EA-93D7-9AF4-42E1-393E5B438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4AEDBBB-1535-4A64-56B7-30635C1F8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174-C03F-4653-8015-75D5671C191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78810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40A967-7DBB-7590-85BE-792540127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32F336C-7BC2-DF5E-6B13-63C4381ED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5B0A148-0397-99E2-B9D7-7E21A23CD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CD2F14E-7F8E-5FB6-F1B9-A3A71B17D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2419D5F-F69E-E891-157B-43B74B351E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0C79BD7-E8AF-6B42-514A-3DCDD1CE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A1EF-36D9-4B78-B1A4-3ACC1B469C99}" type="datetimeFigureOut">
              <a:rPr lang="it-IT" smtClean="0"/>
              <a:t>15/12/2025</a:t>
            </a:fld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E4292C2-05ED-3C42-FE1F-A810614BD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5BB077C-4B89-0AFB-7AA5-8DD206576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174-C03F-4653-8015-75D5671C191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93472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9133F2-B18A-CE69-DAAC-04958C9DB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2ACD419-CE14-774E-041B-2054D14EE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A1EF-36D9-4B78-B1A4-3ACC1B469C99}" type="datetimeFigureOut">
              <a:rPr lang="it-IT" smtClean="0"/>
              <a:t>15/12/2025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60631E6-1044-6796-E0B1-369C9D819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454118D-4788-EBAE-FE95-8C503350C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174-C03F-4653-8015-75D5671C191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3938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58E47EE-07C7-3975-800C-CB2707A55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A1EF-36D9-4B78-B1A4-3ACC1B469C99}" type="datetimeFigureOut">
              <a:rPr lang="it-IT" smtClean="0"/>
              <a:t>15/12/2025</a:t>
            </a:fld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4EC3F29-97CD-BE6F-DC13-BB8BD558C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42D2FD6-43E9-0E14-B7C3-4E42C3DBA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174-C03F-4653-8015-75D5671C191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9962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5AF9DA-A561-019B-30BC-EFF439EDD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821FD8-883A-A4C7-D36E-8FEA20B9D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14FD882-16C5-7422-662E-2E1D03CDF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034A0AF-130A-8A2C-287C-CBF776999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A1EF-36D9-4B78-B1A4-3ACC1B469C99}" type="datetimeFigureOut">
              <a:rPr lang="it-IT" smtClean="0"/>
              <a:t>15/12/2025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FCD3EDE-44AF-C174-FC6C-4A0BA485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787ABD9-B93B-2A63-E907-BC10DF228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174-C03F-4653-8015-75D5671C191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5314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353AB2-1DED-803F-CD80-EBF7A5EA5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43918D2-89E3-ED11-E8A1-F428B92D79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0D5F6AA-F4EA-66A6-15AE-331E921FF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F06ADB7-DBE1-92EA-15BE-560B54D4F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A1EF-36D9-4B78-B1A4-3ACC1B469C99}" type="datetimeFigureOut">
              <a:rPr lang="it-IT" smtClean="0"/>
              <a:t>15/12/2025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EB35A8-9DB5-F197-B96A-25FCC82D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CB1A78F-171A-55D4-FF52-1207D764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174-C03F-4653-8015-75D5671C191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75393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B8C3A5-5CDB-58E5-C0D0-BA3036CC0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43C02B1-1D7C-DF10-C2A3-B69F933F4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2CF680-F7E5-D5DA-E171-91A82CA7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A1EF-36D9-4B78-B1A4-3ACC1B469C99}" type="datetimeFigureOut">
              <a:rPr lang="it-IT" smtClean="0"/>
              <a:t>15/12/2025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A17482-0082-181F-72FB-024ED7F2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5E02481-9CDD-CB94-7ABB-31EA1F881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174-C03F-4653-8015-75D5671C191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390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2C2FF47-67E8-6550-88B8-7799017FAA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79B6746-A4DD-31D8-295F-B509FF6C1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451CE64-16F4-4BB2-5136-4DFBC0950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A1EF-36D9-4B78-B1A4-3ACC1B469C99}" type="datetimeFigureOut">
              <a:rPr lang="it-IT" smtClean="0"/>
              <a:t>15/12/2025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73F15A9-F4C7-D61A-2BCF-A218F11AB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90091A3-68E3-B389-A201-D4A67D9D7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174-C03F-4653-8015-75D5671C191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43638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8235666-FA31-0364-5E09-47F41A0E3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A09CE73-B56B-1D38-531E-4803BD596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2B17A7B-DF26-0CD4-D2B1-930125193E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7A1EF-36D9-4B78-B1A4-3ACC1B469C99}" type="datetimeFigureOut">
              <a:rPr lang="it-IT" smtClean="0"/>
              <a:t>15/12/2025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8632FD6-DE98-DD93-0583-A74AAFFBB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F5F609D-BB31-2767-953B-6EA4868FD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77174-C03F-4653-8015-75D5671C191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48430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0C80D67A-4162-1EF2-0CEB-3CF5C7BE062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53933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400"/>
              <a:t>ProjectLibraryG13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A3F8D69-051F-956A-FDA7-09C46EF03530}"/>
              </a:ext>
            </a:extLst>
          </p:cNvPr>
          <p:cNvSpPr txBox="1"/>
          <p:nvPr/>
        </p:nvSpPr>
        <p:spPr>
          <a:xfrm>
            <a:off x="-1418864" y="1902464"/>
            <a:ext cx="6673770" cy="4695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94310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 err="1"/>
              <a:t>Iacuzzo</a:t>
            </a:r>
            <a:r>
              <a:rPr lang="en-US" sz="4000" dirty="0"/>
              <a:t> Chiara </a:t>
            </a:r>
          </a:p>
          <a:p>
            <a:pPr marL="194310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/>
              <a:t>Rossino Giacomo </a:t>
            </a:r>
          </a:p>
          <a:p>
            <a:pPr marL="194310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/>
              <a:t>Risi Christian</a:t>
            </a:r>
          </a:p>
          <a:p>
            <a:pPr marL="194310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/>
              <a:t>Vessa Davide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000" dirty="0"/>
          </a:p>
        </p:txBody>
      </p:sp>
      <p:pic>
        <p:nvPicPr>
          <p:cNvPr id="11" name="Immagine 10" descr="Immagine che contiene libro, Scaffalatura, Pubblicazione, Biblioteca pubblica&#10;&#10;Il contenuto generato dall'IA potrebbe non essere corretto.">
            <a:extLst>
              <a:ext uri="{FF2B5EF4-FFF2-40B4-BE49-F238E27FC236}">
                <a16:creationId xmlns:a16="http://schemas.microsoft.com/office/drawing/2014/main" id="{13A211D6-7518-48E5-6BE3-D2038A33E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33" r="18263" b="-2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8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623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A39E1-453F-74DE-EF54-806EB78BC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8EC6273-1CA7-A1D5-AAB4-24B00B5560B7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Diagramma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dei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Package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F3A0649-E508-34E6-2698-6BB766E4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47216" y="347849"/>
            <a:ext cx="6116084" cy="6162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6091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8C8AE-E219-3D61-9311-3283E878B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!!Rectangle">
            <a:extLst>
              <a:ext uri="{FF2B5EF4-FFF2-40B4-BE49-F238E27FC236}">
                <a16:creationId xmlns:a16="http://schemas.microsoft.com/office/drawing/2014/main" id="{6111BDA5-6916-3D8C-BAA3-9ADC12387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93BA2A-957D-D6EC-3526-0D3CFEC4F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49574" y="-451413"/>
            <a:ext cx="12731681" cy="742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9720E9C4-D933-E26F-4CA4-0CC59B0AC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11500" y="370600"/>
            <a:ext cx="5923842" cy="5923842"/>
          </a:xfrm>
          <a:prstGeom prst="ellipse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6E251C0D-BEA5-2A19-4718-D2E9FA69A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366740" flipV="1">
            <a:off x="2607299" y="8363"/>
            <a:ext cx="6816262" cy="6816262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B541EC5-B51B-3C83-4A1C-3B10452F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3400" y="4609861"/>
            <a:ext cx="873032" cy="8493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ottotitolo 4">
            <a:extLst>
              <a:ext uri="{FF2B5EF4-FFF2-40B4-BE49-F238E27FC236}">
                <a16:creationId xmlns:a16="http://schemas.microsoft.com/office/drawing/2014/main" id="{1587B891-D9B0-6E41-FDFA-D86747C04ED8}"/>
              </a:ext>
            </a:extLst>
          </p:cNvPr>
          <p:cNvSpPr txBox="1">
            <a:spLocks/>
          </p:cNvSpPr>
          <p:nvPr/>
        </p:nvSpPr>
        <p:spPr>
          <a:xfrm>
            <a:off x="3552300" y="4333963"/>
            <a:ext cx="5037616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2) Area Autenticazione</a:t>
            </a:r>
          </a:p>
        </p:txBody>
      </p:sp>
      <p:sp>
        <p:nvSpPr>
          <p:cNvPr id="8" name="Sottotitolo 4">
            <a:extLst>
              <a:ext uri="{FF2B5EF4-FFF2-40B4-BE49-F238E27FC236}">
                <a16:creationId xmlns:a16="http://schemas.microsoft.com/office/drawing/2014/main" id="{7B3559CE-5DBC-D290-73AD-299776B2F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6638" y="1031875"/>
            <a:ext cx="5038725" cy="2982913"/>
          </a:xfrm>
        </p:spPr>
        <p:txBody>
          <a:bodyPr>
            <a:normAutofit/>
          </a:bodyPr>
          <a:lstStyle/>
          <a:p>
            <a:r>
              <a:rPr lang="it-IT" dirty="0"/>
              <a:t>Diagramma delle Classi:</a:t>
            </a:r>
          </a:p>
        </p:txBody>
      </p:sp>
    </p:spTree>
    <p:extLst>
      <p:ext uri="{BB962C8B-B14F-4D97-AF65-F5344CB8AC3E}">
        <p14:creationId xmlns:p14="http://schemas.microsoft.com/office/powerpoint/2010/main" val="27776660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8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12E14-49FC-31CC-3A69-29A756B14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3F369FC6-3F93-55E0-19D0-2144B8EBE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Sottotitolo 4">
            <a:extLst>
              <a:ext uri="{FF2B5EF4-FFF2-40B4-BE49-F238E27FC236}">
                <a16:creationId xmlns:a16="http://schemas.microsoft.com/office/drawing/2014/main" id="{7BAC6879-D9A8-A7F8-52E6-FD756BDF2104}"/>
              </a:ext>
            </a:extLst>
          </p:cNvPr>
          <p:cNvSpPr txBox="1">
            <a:spLocks/>
          </p:cNvSpPr>
          <p:nvPr/>
        </p:nvSpPr>
        <p:spPr>
          <a:xfrm>
            <a:off x="3552300" y="4333963"/>
            <a:ext cx="5037616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</p:txBody>
      </p:sp>
      <p:pic>
        <p:nvPicPr>
          <p:cNvPr id="4" name="Immagine 3" descr="Immagine che contiene testo, diagramma, Rettangolo, Piano&#10;&#10;Il contenuto generato dall'IA potrebbe non essere corretto.">
            <a:extLst>
              <a:ext uri="{FF2B5EF4-FFF2-40B4-BE49-F238E27FC236}">
                <a16:creationId xmlns:a16="http://schemas.microsoft.com/office/drawing/2014/main" id="{7925FD72-BE2D-B410-0A03-B92E2C390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2" t="7282" r="25707" b="7929"/>
          <a:stretch>
            <a:fillRect/>
          </a:stretch>
        </p:blipFill>
        <p:spPr>
          <a:xfrm>
            <a:off x="2714450" y="92597"/>
            <a:ext cx="6790804" cy="649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40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6F097-2F7F-C9F4-71CD-721DAFF40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!!Rectangle">
            <a:extLst>
              <a:ext uri="{FF2B5EF4-FFF2-40B4-BE49-F238E27FC236}">
                <a16:creationId xmlns:a16="http://schemas.microsoft.com/office/drawing/2014/main" id="{D4906370-1564-49FA-A802-58546B392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467580-D9BC-7641-8FB3-BA382FAA0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-12501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EF640709-BDFD-453B-B75D-6212E7A87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11500" y="370600"/>
            <a:ext cx="5923842" cy="5923842"/>
          </a:xfrm>
          <a:prstGeom prst="ellipse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B4019478-3FDC-438C-8848-1D7DA864A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366740" flipV="1">
            <a:off x="2607299" y="8363"/>
            <a:ext cx="6816262" cy="6816262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E406479-1D57-4209-B128-3C8174624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3400" y="4609861"/>
            <a:ext cx="873032" cy="8493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ottotitolo 4">
            <a:extLst>
              <a:ext uri="{FF2B5EF4-FFF2-40B4-BE49-F238E27FC236}">
                <a16:creationId xmlns:a16="http://schemas.microsoft.com/office/drawing/2014/main" id="{CC9E5DD1-0C4E-C3DE-5EEE-6325B4E184CA}"/>
              </a:ext>
            </a:extLst>
          </p:cNvPr>
          <p:cNvSpPr txBox="1">
            <a:spLocks/>
          </p:cNvSpPr>
          <p:nvPr/>
        </p:nvSpPr>
        <p:spPr>
          <a:xfrm>
            <a:off x="3552300" y="4333963"/>
            <a:ext cx="5037616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2) Area Libri</a:t>
            </a:r>
          </a:p>
        </p:txBody>
      </p:sp>
      <p:sp>
        <p:nvSpPr>
          <p:cNvPr id="8" name="Sottotitolo 4">
            <a:extLst>
              <a:ext uri="{FF2B5EF4-FFF2-40B4-BE49-F238E27FC236}">
                <a16:creationId xmlns:a16="http://schemas.microsoft.com/office/drawing/2014/main" id="{F3E62A1D-D5FA-E903-5BFD-C2B628509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6638" y="1031875"/>
            <a:ext cx="5038725" cy="2982913"/>
          </a:xfrm>
        </p:spPr>
        <p:txBody>
          <a:bodyPr>
            <a:normAutofit/>
          </a:bodyPr>
          <a:lstStyle/>
          <a:p>
            <a:r>
              <a:rPr lang="it-IT" dirty="0"/>
              <a:t>Diagramma delle Classi:</a:t>
            </a:r>
          </a:p>
        </p:txBody>
      </p:sp>
    </p:spTree>
    <p:extLst>
      <p:ext uri="{BB962C8B-B14F-4D97-AF65-F5344CB8AC3E}">
        <p14:creationId xmlns:p14="http://schemas.microsoft.com/office/powerpoint/2010/main" val="26227279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8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BC187-D987-3327-BDAE-26E27F6D0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3" name="Picture 2" descr="Immagine che contiene testo, diagramma, Disegno tecnico, Piano&#10;&#10;Il contenuto generato dall'IA potrebbe non essere corretto.">
            <a:extLst>
              <a:ext uri="{FF2B5EF4-FFF2-40B4-BE49-F238E27FC236}">
                <a16:creationId xmlns:a16="http://schemas.microsoft.com/office/drawing/2014/main" id="{584C49B3-9519-0F5E-70B4-06DE73452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ottotitolo 4">
            <a:extLst>
              <a:ext uri="{FF2B5EF4-FFF2-40B4-BE49-F238E27FC236}">
                <a16:creationId xmlns:a16="http://schemas.microsoft.com/office/drawing/2014/main" id="{E76F387F-A190-FCEF-9D76-6A19B376D191}"/>
              </a:ext>
            </a:extLst>
          </p:cNvPr>
          <p:cNvSpPr txBox="1">
            <a:spLocks/>
          </p:cNvSpPr>
          <p:nvPr/>
        </p:nvSpPr>
        <p:spPr>
          <a:xfrm>
            <a:off x="3552300" y="4333963"/>
            <a:ext cx="5037616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1045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1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5409-5121-3094-7B00-CA66AE985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!!Rectangle">
            <a:extLst>
              <a:ext uri="{FF2B5EF4-FFF2-40B4-BE49-F238E27FC236}">
                <a16:creationId xmlns:a16="http://schemas.microsoft.com/office/drawing/2014/main" id="{D353F783-C0FC-EF3F-55C0-DA8B3116D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355366-B128-1CF9-4379-7E2B95DDD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54" y="-12501"/>
            <a:ext cx="1218471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DB3BE6E6-E927-4062-AD20-92B738371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11500" y="370600"/>
            <a:ext cx="5923842" cy="5923842"/>
          </a:xfrm>
          <a:prstGeom prst="ellipse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2BC7551B-866C-973A-B6CB-7E25CAC7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366740" flipV="1">
            <a:off x="2607299" y="8363"/>
            <a:ext cx="6816262" cy="6816262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4B5E2C6-7363-1311-2635-38FF3E214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3400" y="4609861"/>
            <a:ext cx="873032" cy="8493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ottotitolo 4">
            <a:extLst>
              <a:ext uri="{FF2B5EF4-FFF2-40B4-BE49-F238E27FC236}">
                <a16:creationId xmlns:a16="http://schemas.microsoft.com/office/drawing/2014/main" id="{2F1D889C-164D-E394-5EC5-0DF92DAC46BC}"/>
              </a:ext>
            </a:extLst>
          </p:cNvPr>
          <p:cNvSpPr txBox="1">
            <a:spLocks/>
          </p:cNvSpPr>
          <p:nvPr/>
        </p:nvSpPr>
        <p:spPr>
          <a:xfrm>
            <a:off x="3552300" y="4333963"/>
            <a:ext cx="5037616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3) Area Utenti</a:t>
            </a:r>
          </a:p>
        </p:txBody>
      </p:sp>
      <p:sp>
        <p:nvSpPr>
          <p:cNvPr id="8" name="Sottotitolo 4">
            <a:extLst>
              <a:ext uri="{FF2B5EF4-FFF2-40B4-BE49-F238E27FC236}">
                <a16:creationId xmlns:a16="http://schemas.microsoft.com/office/drawing/2014/main" id="{33111480-E49C-348D-690D-043317E0D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6638" y="1031875"/>
            <a:ext cx="5038725" cy="2982913"/>
          </a:xfrm>
        </p:spPr>
        <p:txBody>
          <a:bodyPr>
            <a:normAutofit/>
          </a:bodyPr>
          <a:lstStyle/>
          <a:p>
            <a:r>
              <a:rPr lang="it-IT" dirty="0"/>
              <a:t>Diagramma delle Classi:</a:t>
            </a:r>
          </a:p>
        </p:txBody>
      </p:sp>
    </p:spTree>
    <p:extLst>
      <p:ext uri="{BB962C8B-B14F-4D97-AF65-F5344CB8AC3E}">
        <p14:creationId xmlns:p14="http://schemas.microsoft.com/office/powerpoint/2010/main" val="10301219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8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0E9C4-F248-6070-E7AE-67CE24592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ACCDFA85-5F4F-EE85-D551-2E470212F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9C8A57-F3C5-A3C9-3CE3-48D8FF524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" b="39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ottotitolo 4">
            <a:extLst>
              <a:ext uri="{FF2B5EF4-FFF2-40B4-BE49-F238E27FC236}">
                <a16:creationId xmlns:a16="http://schemas.microsoft.com/office/drawing/2014/main" id="{D780638C-F9B7-9F9A-4EA9-E04251705240}"/>
              </a:ext>
            </a:extLst>
          </p:cNvPr>
          <p:cNvSpPr txBox="1">
            <a:spLocks/>
          </p:cNvSpPr>
          <p:nvPr/>
        </p:nvSpPr>
        <p:spPr>
          <a:xfrm>
            <a:off x="3552300" y="4333963"/>
            <a:ext cx="5037616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6050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1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16A20-79EB-2F63-CE90-874205C91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!!Rectangle">
            <a:extLst>
              <a:ext uri="{FF2B5EF4-FFF2-40B4-BE49-F238E27FC236}">
                <a16:creationId xmlns:a16="http://schemas.microsoft.com/office/drawing/2014/main" id="{67C14560-D210-4843-A6AA-AD764B893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385C32-961C-A588-5CF1-630EC78A7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064871" y="-764897"/>
            <a:ext cx="13733917" cy="8012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98591A17-5F7A-2EE4-D5A4-B2AD82D9F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11500" y="370600"/>
            <a:ext cx="5923842" cy="5923842"/>
          </a:xfrm>
          <a:prstGeom prst="ellipse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A564E2A4-7A4F-454B-E10B-A659B465F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366740" flipV="1">
            <a:off x="2607299" y="8363"/>
            <a:ext cx="6816262" cy="6816262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DE4CE64-2E5B-4D47-774D-35C264978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3400" y="4609861"/>
            <a:ext cx="873032" cy="8493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ottotitolo 4">
            <a:extLst>
              <a:ext uri="{FF2B5EF4-FFF2-40B4-BE49-F238E27FC236}">
                <a16:creationId xmlns:a16="http://schemas.microsoft.com/office/drawing/2014/main" id="{CC67AC04-D428-12B6-6E4A-29444080D9B5}"/>
              </a:ext>
            </a:extLst>
          </p:cNvPr>
          <p:cNvSpPr txBox="1">
            <a:spLocks/>
          </p:cNvSpPr>
          <p:nvPr/>
        </p:nvSpPr>
        <p:spPr>
          <a:xfrm>
            <a:off x="3552300" y="4333963"/>
            <a:ext cx="5037616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4) Area Prestiti</a:t>
            </a:r>
          </a:p>
        </p:txBody>
      </p:sp>
      <p:sp>
        <p:nvSpPr>
          <p:cNvPr id="8" name="Sottotitolo 4">
            <a:extLst>
              <a:ext uri="{FF2B5EF4-FFF2-40B4-BE49-F238E27FC236}">
                <a16:creationId xmlns:a16="http://schemas.microsoft.com/office/drawing/2014/main" id="{B407D5AC-31B8-AAF3-CAB0-E2FCE960D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6638" y="1031875"/>
            <a:ext cx="5038725" cy="2982913"/>
          </a:xfrm>
        </p:spPr>
        <p:txBody>
          <a:bodyPr>
            <a:normAutofit/>
          </a:bodyPr>
          <a:lstStyle/>
          <a:p>
            <a:r>
              <a:rPr lang="it-IT" dirty="0"/>
              <a:t>Diagramma delle Classi:</a:t>
            </a:r>
          </a:p>
        </p:txBody>
      </p:sp>
    </p:spTree>
    <p:extLst>
      <p:ext uri="{BB962C8B-B14F-4D97-AF65-F5344CB8AC3E}">
        <p14:creationId xmlns:p14="http://schemas.microsoft.com/office/powerpoint/2010/main" val="210218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8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12A63-E8A1-89E3-3C0C-9F586A748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54423BF1-F1C1-C4C5-C16F-7DDFE1A4A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675" y="0"/>
            <a:ext cx="8444649" cy="6857999"/>
          </a:xfrm>
          <a:prstGeom prst="rect">
            <a:avLst/>
          </a:pr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4619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44</Words>
  <Application>Microsoft Office PowerPoint</Application>
  <PresentationFormat>Widescreen</PresentationFormat>
  <Paragraphs>14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Tema di Office</vt:lpstr>
      <vt:lpstr>Presentazione standard di PowerPoint</vt:lpstr>
      <vt:lpstr>Presentazione standard di PowerPoint</vt:lpstr>
      <vt:lpstr>Diagramma delle Classi:</vt:lpstr>
      <vt:lpstr>Presentazione standard di PowerPoint</vt:lpstr>
      <vt:lpstr>Diagramma delle Classi:</vt:lpstr>
      <vt:lpstr>Presentazione standard di PowerPoint</vt:lpstr>
      <vt:lpstr>Diagramma delle Classi:</vt:lpstr>
      <vt:lpstr>Presentazione standard di PowerPoint</vt:lpstr>
      <vt:lpstr>Diagramma delle Classi: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Risi</dc:creator>
  <cp:lastModifiedBy>Christian Risi</cp:lastModifiedBy>
  <cp:revision>1</cp:revision>
  <dcterms:created xsi:type="dcterms:W3CDTF">2025-12-15T10:16:35Z</dcterms:created>
  <dcterms:modified xsi:type="dcterms:W3CDTF">2025-12-15T11:34:02Z</dcterms:modified>
</cp:coreProperties>
</file>